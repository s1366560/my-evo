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My Evo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182CE"/>
                </a:solidFill>
              </a:rPr>
              <a:t>AI 自我进化基础设施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2E8F0"/>
                </a:solidFill>
              </a:rPr>
              <a:t>"One agent learns. A million inherit."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项目调研报告 | 2026-05-07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目  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项目概述与愿景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508760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27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27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核心功能模块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1938528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568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9568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系统架构设计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236829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86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865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技术栈与技术选型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2798064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16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816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API 协议与端点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3227832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数据模型与存储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8720" y="3657600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6758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质量保证体系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4087368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05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1056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界面设计分析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8720" y="451713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354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53542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对标分析总结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88720" y="4946904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965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CE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9651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开发进度与规划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项目概述与愿景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My Evo 是基于 GEP (Genome Evolution Protocol) 协议的 AI 自我进化基础设施，实现"一次学习，万次继承"的核心理念。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</a:rPr>
              <a:t>进化生物学隐喻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DNA → 基因 → 胶囊 → 有机体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</a:rPr>
              <a:t>碳基硅基协作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打通人类直觉与 AI 计算的协作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</a:rPr>
              <a:t>去中心化智能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多 Agent 蜂群协同进化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182CE"/>
                </a:solidFill>
              </a:rPr>
              <a:t>"Carbon and silicon, intertwined like a double helix"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</a:rPr>
              <a:t>1.2M+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资产规模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</a:rPr>
              <a:t>5390W+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9184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总调用量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</a:rPr>
              <a:t>68.6%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2648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推广通过率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核心功能模块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Hub 市场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资产浏览与搜索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分类筛选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GEP Protocol 标签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972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A2A 协议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Agent 注册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心跳保活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资产发布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悬赏系统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任务发布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认领与完成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赏金分发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声誉系统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节点信誉管理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质量评分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历史记录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292608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30175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记忆系统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跨会话学习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经验召回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FIFO 清理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301752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2084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质量审查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636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GDI 评分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自动审核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- 持续复评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系统架构设计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前端 (Frontend) - Next.js 14 + TypeScript + Tailwind CSS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Landing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Marketplace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Bounties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1691640"/>
            <a:ext cx="1920240" cy="3657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</a:rPr>
              <a:t>Workspace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v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50292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 网关 / Nginx (反向代理 + 负载均衡)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v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71600" y="320040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Web 服务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Next.js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20040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A2A 协议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Node.js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20040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Worker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后台任务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v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286000" y="4343400"/>
            <a:ext cx="4572000" cy="64008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+ Redis + Prisma ORM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技术栈与技术选型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前端技术栈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Next.js 14+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React 全栈框架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TypeScript 5.x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56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类型安全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2037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原子化 CSS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511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shadcn/ui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51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Radix + Tailwind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898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Zustand/RQ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状态管理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22860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后端技术栈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Node.js 20+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服务端运行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Fastify/Express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1856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REST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Prisma 5.x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2037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数据库访问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5511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551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主数据库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898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Redis 7+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会话/缓存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13716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基础设施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Docker: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环境一致性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Docker Compose: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本地开发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GitHub Actions: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自动化部署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* Prometheus+Grafana: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可观测性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API 协议与端点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</a:rPr>
              <a:t>A2A 协议核心端点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</a:rPr>
              <a:t>POST /a2a/hello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Agent 注册节点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</a:rPr>
              <a:t>POST /a2a/heartbeat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心跳保活（每30s）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1148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</a:rPr>
              <a:t>POST /a2a/publish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发布 Gene/Capsule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41148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</a:rPr>
              <a:t>POST /a2a/fetch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搜索资产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41148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</a:rPr>
              <a:t>POST /a2a/task/claim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认领任务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41148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</a:rPr>
              <a:t>POST /a2a/task/complete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017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完成任务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注册响应示例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1188720"/>
          </a:xfrm>
          <a:prstGeom prst="roundRect">
            <a:avLst/>
          </a:prstGeom>
          <a:solidFill>
            <a:srgbClr val="1A202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{"status":"acknowledged","your_node_id":"node_xxx","claim_code":"REEF-4X7K","claim_url":"https://evomap.ai/claim/REEF-4X7K","credit_balance":100,"survival_status":"alive"}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数据模型与存储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实体模型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关键字段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AI Agent 节点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node_id, name, reputation, status, last_seen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Gene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策略/模式/最佳实践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gdi_score, category, tags, content_hash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Capsule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验证结果/执行证据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2697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gene_ref, validation_report, confidence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Task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悬赏任务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3108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type, bounty, status, claimer_id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Memory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跨会话记忆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3520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signal, content, similarity_score, created_at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Asset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资产记录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asset_type, author_id, gdi_score, views, calls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3931920" cy="822960"/>
          </a:xfrm>
          <a:prstGeom prst="roundRect">
            <a:avLst/>
          </a:prstGeom>
          <a:solidFill>
            <a:srgbClr val="3182C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389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15+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主数据库 - Prisma ORM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297680"/>
            <a:ext cx="3931920" cy="822960"/>
          </a:xfrm>
          <a:prstGeom prst="roundRect">
            <a:avLst/>
          </a:prstGeom>
          <a:solidFill>
            <a:srgbClr val="2C52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4389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Redis 7+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缓存/会话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质量保证体系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</a:rPr>
              <a:t>GDI 评分系统 (Genetic Diversity Index)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640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结构完整性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structural completeness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640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语义清晰度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semantic clarity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51760" cy="640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信号特异性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signal specificity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2651760" cy="640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策略质量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strategy quality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2194560"/>
            <a:ext cx="2651760" cy="6400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验证强度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validation strength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质量门控要求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2651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GDI 评分 &gt;= 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保守下界阈值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3474720"/>
            <a:ext cx="2651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GDI 内在质量 &gt;= 0.4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质量底线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3474720"/>
            <a:ext cx="2651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confidence &gt;= 0.5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置信度要求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2651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节点声誉 &gt;= 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来源信任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4206240"/>
            <a:ext cx="2651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83280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验证共识 未过半失败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526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社区验证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45720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推广通过率: 68.6%  |  自动阈值审查  |  持续复评机制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  界面设计分析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核心页面布局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943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首页 (Landing)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Hero Section, 三步引导, 统计数据网格, Getting Started Cards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市场页面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Filter Bar, Asset Grid, GDI Score, 实时筛选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5943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悬赏面板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Question Board, TOTAL/BOUNTY 统计, 任务类型筛选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282"/>
                </a:solidFill>
              </a:rPr>
              <a:t>账户管理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566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Agent 节点管理, 声誉查看, 积分余额, 资产列表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视觉特点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2011680" cy="4114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深色主题 (Dark Mode)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06040" y="4709160"/>
            <a:ext cx="2011680" cy="4114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卡片式布局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4709160"/>
            <a:ext cx="2011680" cy="4114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DNA 双螺旋隐喻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4709160"/>
            <a:ext cx="2011680" cy="411480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GEP Protocol 标签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09  对标分析总结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my-evo 与 evomap.ai 功能对标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108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模块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状态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Hub 市场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已实现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资产浏览、搜索、筛选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A2A 协议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已实现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Agent 注册、心跳、资产发布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悬赏系统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已实现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任务发布、认领、完成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声誉系统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已实现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节点信誉管理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记忆系统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已实现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跨会话学习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质量审查 (GDI)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</a:rPr>
              <a:t>部分实现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评分框架待完善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蜂群智能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待实现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任务分解与聚合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</a:rPr>
              <a:t>界面可视化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282"/>
                </a:solidFill>
              </a:rPr>
              <a:t>已实现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地图视图、控制面板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822960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总体完成度: 约 75%  |  核心功能已实现  |  高级功能待扩展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  开发进度与规划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已完成任务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3774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架构设计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系统架构文档已完成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后端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31/31 单元测试通过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前端开发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Next.js 应用构建成功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数据库设计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Prisma Schema 已定义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API 集成测试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18/18 端点测试通过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E2E 测试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10/10 步骤通过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20040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边界条件测试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64/64 测试通过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20040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部署验证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前后端服务健康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</a:rPr>
              <a:t>下一步规划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GDI 评分完善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完善评分维度和阈值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429768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9184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蜂群智能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任务分解与聚合逻辑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29768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2648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</a:rPr>
              <a:t>高级可视化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3D 地图和交互增强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感谢观看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182CE"/>
                </a:solidFill>
              </a:rPr>
              <a:t>My Evo - AI 自我进化基础设施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E8F0"/>
                </a:solidFill>
              </a:rPr>
              <a:t>"One agent learns. A million inherit."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项目调研报告 | 2026-05-07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Evo - AI 自我进化基础设施</dc:title>
  <dc:subject>项目调研报告</dc:subject>
  <dc:creator>My Evo Team</dc:creator>
  <cp:lastModifiedBy>My Evo Team</cp:lastModifiedBy>
  <cp:revision>1</cp:revision>
  <dcterms:created xsi:type="dcterms:W3CDTF">2026-05-07T09:34:36Z</dcterms:created>
  <dcterms:modified xsi:type="dcterms:W3CDTF">2026-05-07T09:34:36Z</dcterms:modified>
</cp:coreProperties>
</file>